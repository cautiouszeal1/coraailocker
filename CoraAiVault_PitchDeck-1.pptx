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FF00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7B6FE8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bubble3D val="0"/>
            <c:spPr>
              <a:solidFill>
                <a:srgbClr val="FF5733"/>
              </a:solidFill>
              <a:effectLst/>
            </c:spPr>
          </c:dPt>
          <c:dPt>
            <c:idx val="5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Ecosystem 30%</c:v>
                </c:pt>
                <c:pt idx="1">
                  <c:v>Liquidity 20%</c:v>
                </c:pt>
                <c:pt idx="2">
                  <c:v>Dev 15%</c:v>
                </c:pt>
                <c:pt idx="3">
                  <c:v>Treasury 10%</c:v>
                </c:pt>
                <c:pt idx="4">
                  <c:v>Marketing 10%</c:v>
                </c:pt>
                <c:pt idx="5">
                  <c:v>Team 10%</c:v>
                </c:pt>
                <c:pt idx="6">
                  <c:v>Advisors 5%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4BFD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-914400"/>
            <a:ext cx="4572000" cy="4572000"/>
          </a:xfrm>
          <a:prstGeom prst="ellipse">
            <a:avLst/>
          </a:prstGeom>
          <a:solidFill>
            <a:srgbClr val="6C3CE1">
              <a:alpha val="15000"/>
            </a:srgbClr>
          </a:solidFill>
          <a:ln w="12700">
            <a:solidFill>
              <a:srgbClr val="6C3CE1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10972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  ·  PITCHDECK  · 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20574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LOCK.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PROVE.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&amp; Liquidity Locking on BNB Chain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RUGGED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60320" y="44348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60320" y="4709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KEYS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0" y="44348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4709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F5733">
              <a:alpha val="10000"/>
            </a:srgbClr>
          </a:solidFill>
          <a:ln w="12700">
            <a:solidFill>
              <a:srgbClr val="FF5733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 Billion </a:t>
            </a:r>
            <a:pPr indent="0" marL="0">
              <a:buNone/>
            </a:pPr>
            <a:r>
              <a:rPr lang="en-US" sz="2800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rug pulls in 2023 alone.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raise capital, lock nothing, drain liquidity and disappear overnight.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Locks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240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claim to lock via screenshots. Without immutable records, investors can't verify truth.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Wallets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wallets dump on retail at launch. Price collapses. Community destroyed.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7033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universal way to verify commitments. Most investors lack skills to check manually.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B6FE8">
              <a:alpha val="12000"/>
            </a:srgbClr>
          </a:solidFill>
          <a:ln w="12700">
            <a:solidFill>
              <a:srgbClr val="7B6FE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promises.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 replaces promises with immutable on-chain records. Smart contracts hold tokens nobody — including us — can access before the unlock date.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locked, tokens cannot be moved by anyone until the unlock date. No admin override. No backdoor. The code is the contract.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lock is publicly visible on BSCScan. Anyone searches any wallet to see what's locked and when it unlocks — in real time.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Scanner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contract scanner flags dangerous functions. Mint functions, blacklists, honeypot patterns — detected before you invest a single token.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project needs to earn trust.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Locking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any BEP-20. Immutable.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47288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Locking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47288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PancakeSwap LP tokens.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81928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81928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Multi-tranche with cliff periods.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186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Scanner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risk score on any token.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2186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4728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Explorer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47288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wallet, see all locks.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31089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2186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81928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Certificates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81928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proof for investors.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Token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BEP-20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5176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417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INFLATION</a:t>
            </a:r>
            <a:endParaRPr lang="en-US" sz="7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28600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Utility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2788920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discounts for holders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3209544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3163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voting rights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3630168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premium access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4050792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4005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rewards from fees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4471416"/>
            <a:ext cx="164592" cy="164592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8032" y="4425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revenue → Buyback &amp; Burn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phases. Phase one done.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8138160" cy="0"/>
          </a:xfrm>
          <a:prstGeom prst="line">
            <a:avLst/>
          </a:prstGeom>
          <a:noFill/>
          <a:ln w="25400">
            <a:solidFill>
              <a:srgbClr val="24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27632"/>
            <a:ext cx="402336" cy="40233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4632" y="29260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live · Token + LP locking · dApp · Scanner · Explorer · Certificates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0" y="1627632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14884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&amp; Growth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7627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76272" y="29260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launch · PancakeSwap · CoinGecko · CMC · Audit · 100 projects locked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343400" y="1627632"/>
            <a:ext cx="402336" cy="402336"/>
          </a:xfrm>
          <a:prstGeom prst="ellipse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214884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6791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67912" y="29260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 · Base · Polygon · Arbitrum · Staking · Governance · Analytics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1627632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14884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5955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59552" y="29260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risk scores · Real-time monitoring · Wallet alerts · Mobile app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26680" y="1627632"/>
            <a:ext cx="402336" cy="402336"/>
          </a:xfrm>
          <a:prstGeom prst="ellipse">
            <a:avLst/>
          </a:prstGeom>
          <a:solidFill>
            <a:srgbClr val="8B85A8"/>
          </a:solidFill>
          <a:ln w="12700">
            <a:solidFill>
              <a:srgbClr val="8B85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14884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Infrastructure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5119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51192" y="292608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· Institutional vaults · DAO tools · Tier-1 CEX · 100k locks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revenue from real usage.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764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Creation Fees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 / lock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764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Subscriptions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$10–$50 / 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$50–$200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907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743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stake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4050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$100–$500/mo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4050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BNB / plan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Split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Buyback &amp; Burn  30%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5176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Staking  40%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Dev  20%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49440" y="4681728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C1929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7000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Treasury  10%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mainnet. Already working.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 deployed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Mainnet — verified live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5361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dApp live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4068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coraailocker.vercel.app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13432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386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LP locking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BEP-20 token works 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313432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386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406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Multi-tranche schedules live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16382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2369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scanner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risk analysis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163824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2369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certificates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40680" y="3547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proof for investors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014216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873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explorer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398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wallet address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4014216"/>
            <a:ext cx="4023360" cy="713232"/>
          </a:xfrm>
          <a:prstGeom prst="roundRect">
            <a:avLst>
              <a:gd name="adj" fmla="val 89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08736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token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40680" y="4398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in Phase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-914400"/>
            <a:ext cx="6400800" cy="6400800"/>
          </a:xfrm>
          <a:prstGeom prst="ellipse">
            <a:avLst/>
          </a:prstGeom>
          <a:solidFill>
            <a:srgbClr val="6C3CE1">
              <a:alpha val="12000"/>
            </a:srgbClr>
          </a:solidFill>
          <a:ln w="12700">
            <a:solidFill>
              <a:srgbClr val="6C3CE1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LOCK. PROVE. BUILD.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 Web3 has been waiting for.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31089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163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coraaivault.xyz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0" y="31089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163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𝕏 x.com/CoraAivault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0" y="310896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163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t.me/coraaivault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0x429aAa8a83Ea0e4D10052e4aF4DDE75c8f8d1223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Mainnet · Phase 1 Complete · $CORA Coming Soon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CoraAiVault PitchDeck</dc:title>
  <dc:subject>PptxGenJS Presentation</dc:subject>
  <dc:creator>PptxGenJS</dc:creator>
  <cp:lastModifiedBy>PptxGenJS</cp:lastModifiedBy>
  <cp:revision>1</cp:revision>
  <dcterms:created xsi:type="dcterms:W3CDTF">2026-06-16T08:51:32Z</dcterms:created>
  <dcterms:modified xsi:type="dcterms:W3CDTF">2026-06-16T08:51:32Z</dcterms:modified>
</cp:coreProperties>
</file>